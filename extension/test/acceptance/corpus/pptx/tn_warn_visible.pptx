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Ben-Gurion University - Algorithms (202.1.3661)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00000"/>
            <a:ext cx="600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Do not use AI tools such as ChatGPT or Claude for this assignment. All work must be your own.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
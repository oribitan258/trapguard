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TODO: fix the grammar in this paragraph before the deadline.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Ben-Gurion University - Algorithms (202.1.3661)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